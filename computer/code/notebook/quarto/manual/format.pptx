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Quarto format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Richard Myers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2026-02-04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引言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这是一个 </a:t>
                </a:r>
                <a:r>
                  <a:rPr b="1"/>
                  <a:t>Quarto</a:t>
                </a:r>
                <a:r>
                  <a:rPr/>
                  <a:t> 示例文档。</a:t>
                </a:r>
              </a:p>
              <a:p>
                <a:pPr lvl="0" indent="0" marL="0">
                  <a:buNone/>
                </a:pPr>
                <a:r>
                  <a:rPr/>
                  <a:t>它支持 Markdown、数学公式、可执行代码块、图片和表格。 ctrl+shift+p，搜索Quarto: Show Help Panel. 例如，爱因斯坦的质能方程：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m</m:t>
                      </m:r>
                      <m:sSup>
                        <m:e>
                          <m:r>
                            <m:t>c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Quarto format</dc:title>
  <dc:creator>Richard Myers</dc:creator>
  <cp:keywords/>
  <dcterms:created xsi:type="dcterms:W3CDTF">2026-01-13T13:00:06Z</dcterms:created>
  <dcterms:modified xsi:type="dcterms:W3CDTF">2026-01-13T13:00:06Z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2026-02-04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python">
    <vt:lpwstr>/home/ubuntu-usr/.python/bin/python</vt:lpwstr>
  </property>
  <property fmtid="{D5CDD505-2E9C-101B-9397-08002B2CF9AE}" pid="12" name="toc-title">
    <vt:lpwstr>Table of contents</vt:lpwstr>
  </property>
</Properties>
</file>